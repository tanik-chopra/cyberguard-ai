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0" y="640080"/>
            <a:ext cx="1463040" cy="1463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0" y="548640"/>
            <a:ext cx="1645920" cy="164592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4320" y="914400"/>
            <a:ext cx="19202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914400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0F1E"/>
                </a:solidFill>
              </a:rPr>
              <a:t>HACKATHON 2026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274320" y="1417320"/>
            <a:ext cx="60350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CyberGuard AI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274320" y="26060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Cybersecurity Awareness Platform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274320" y="3200400"/>
            <a:ext cx="3657600" cy="36576"/>
          </a:xfrm>
          <a:prstGeom prst="rect">
            <a:avLst/>
          </a:prstGeom>
          <a:solidFill>
            <a:srgbClr val="4A7FA0"/>
          </a:solidFill>
          <a:ln w="12700">
            <a:solidFill>
              <a:srgbClr val="4A7F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3375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CB9D4"/>
                </a:solidFill>
              </a:rPr>
              <a:t>Developed by: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Tanik Chopra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74320" y="3703320"/>
            <a:ext cx="5943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 ·  Vite  ·  JavaScript  ·  Tailwind CSS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02 / PROBLEM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457200"/>
            <a:ext cx="640080" cy="640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13258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32588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5880" y="1554480"/>
            <a:ext cx="640080" cy="6400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888" y="1618488"/>
            <a:ext cx="512064" cy="51206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11480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Cyber Threats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438912" y="2880360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growth in internet usage has led to a surge in phishing attacks, weak password exploitation, and online scams targeting everyday users.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3218688" y="13258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218688" y="132588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4270248" y="1554480"/>
            <a:ext cx="640080" cy="6400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256" y="1618488"/>
            <a:ext cx="512064" cy="51206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355848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User Awareness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3383280" y="2880360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users lack the knowledge of basic cybersecurity best practices, leaving them highly vulnerable to data breaches and digital fraud.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6163056" y="1325880"/>
            <a:ext cx="27432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EF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163056" y="1325880"/>
            <a:ext cx="27432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7214616" y="1554480"/>
            <a:ext cx="640080" cy="64008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78624" y="1618488"/>
            <a:ext cx="512064" cy="51206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00216" y="23317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for Accessible Tools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327648" y="2880360"/>
            <a:ext cx="2414016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critical gap for simple, accessible platforms that help users identify risks and improve their online security posture.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03 / OBJECTIVE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5303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Objective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274320" y="1325880"/>
            <a:ext cx="5303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C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CyberGuard AI is designed to bridge the gap between cyber threats and everyday user awareness through practical, interactive tools.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5303520" cy="438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04288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2860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 cybersecurity awareness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2770632"/>
            <a:ext cx="5303520" cy="438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3464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81635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users create stronger passwords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" y="3300984"/>
            <a:ext cx="5303520" cy="438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36499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334670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suspicious and harmful URLs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74320" y="3831336"/>
            <a:ext cx="5303520" cy="438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895344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" y="387705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Educate users about cyber threats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274320" y="4361688"/>
            <a:ext cx="5303520" cy="438912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" y="4425696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41248" y="440740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 safe online behavior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6675120" y="1097280"/>
            <a:ext cx="1280160" cy="128016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4848" y="1207008"/>
            <a:ext cx="1060704" cy="106070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126480" y="256032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 Your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 Safety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04 /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73152" cy="1691640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685800" cy="685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2064" y="1975104"/>
            <a:ext cx="576072" cy="5760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Checker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280160" y="20391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Analyzes complexity, length, and character variety to rate password security.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41732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1417320"/>
            <a:ext cx="73152" cy="1691640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37760" y="1920240"/>
            <a:ext cx="685800" cy="685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2624" y="1975104"/>
            <a:ext cx="576072" cy="5760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760720" y="16002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5760720" y="203911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suspicious keywords, URL patterns, and common phishing indicators.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274320" y="329184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274320" y="3291840"/>
            <a:ext cx="73152" cy="169164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57200" y="3794760"/>
            <a:ext cx="685800" cy="685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" y="3849624"/>
            <a:ext cx="576072" cy="5760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80160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Cyber Assistant</a:t>
            </a:r>
            <a:endParaRPr lang="en-US" sz="1350" dirty="0"/>
          </a:p>
        </p:txBody>
      </p:sp>
      <p:sp>
        <p:nvSpPr>
          <p:cNvPr id="22" name="Text 17"/>
          <p:cNvSpPr/>
          <p:nvPr/>
        </p:nvSpPr>
        <p:spPr>
          <a:xfrm>
            <a:off x="1280160" y="39136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beginner-friendly cybersecurity guidance in a conversational format.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4754880" y="3291840"/>
            <a:ext cx="42519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EAF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754880" y="3291840"/>
            <a:ext cx="73152" cy="1691640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4937760" y="3794760"/>
            <a:ext cx="685800" cy="685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2624" y="3849624"/>
            <a:ext cx="576072" cy="576072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5760720" y="34747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Score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5760720" y="3913632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D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your overall cybersecurity awareness and readiness level.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05 / TECH STACK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2697480" cy="333756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63040"/>
            <a:ext cx="26974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912" y="212140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286000"/>
            <a:ext cx="310896" cy="31089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41832" y="22311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38912" y="294436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310896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1832" y="305409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38912" y="376732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931920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41832" y="3877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(ES6)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3246120" y="1463040"/>
            <a:ext cx="2697480" cy="333756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3246120" y="1463040"/>
            <a:ext cx="2697480" cy="54864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338328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&amp; Styling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410712" y="212140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02152" y="2286000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913632" y="22311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410712" y="294436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2152" y="3108960"/>
            <a:ext cx="310896" cy="31089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3913632" y="305409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3410712" y="376732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02152" y="3931920"/>
            <a:ext cx="310896" cy="310896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3913632" y="3877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6217920" y="1463040"/>
            <a:ext cx="2697480" cy="333756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217920" y="1463040"/>
            <a:ext cx="2697480" cy="54864"/>
          </a:xfrm>
          <a:prstGeom prst="rect">
            <a:avLst/>
          </a:prstGeom>
          <a:solidFill>
            <a:srgbClr val="90E0EF"/>
          </a:solidFill>
          <a:ln w="12700">
            <a:solidFill>
              <a:srgbClr val="90E0EF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6355080" y="16002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0E0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&amp; Deployment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6382512" y="212140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2286000"/>
            <a:ext cx="310896" cy="31089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6885432" y="223113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6382512" y="294436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3108960"/>
            <a:ext cx="310896" cy="31089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6885432" y="305409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300" dirty="0"/>
          </a:p>
        </p:txBody>
      </p:sp>
      <p:sp>
        <p:nvSpPr>
          <p:cNvPr id="38" name="Shape 28"/>
          <p:cNvSpPr/>
          <p:nvPr/>
        </p:nvSpPr>
        <p:spPr>
          <a:xfrm>
            <a:off x="6382512" y="3767328"/>
            <a:ext cx="2359152" cy="640080"/>
          </a:xfrm>
          <a:prstGeom prst="rect">
            <a:avLst/>
          </a:prstGeom>
          <a:solidFill>
            <a:srgbClr val="142840"/>
          </a:solidFill>
          <a:ln w="12700">
            <a:solidFill>
              <a:srgbClr val="1E3F58"/>
            </a:solidFill>
            <a:prstDash val="solid"/>
          </a:ln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73952" y="3931920"/>
            <a:ext cx="310896" cy="310896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6885432" y="3877056"/>
            <a:ext cx="1783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06 / FEATURE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Strength Checker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1280160" cy="128016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435608"/>
            <a:ext cx="1060704" cy="10607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74320" y="27889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74320" y="315468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strength of user-entered passwords in real time to encourage secure account practices.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389120" y="12801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Criteria</a:t>
            </a:r>
            <a:endParaRPr lang="en-US" sz="14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7373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54880" y="1709928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character length</a:t>
            </a:r>
            <a:endParaRPr lang="en-US" sz="12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21284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754880" y="2185416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Uppercase letters present</a:t>
            </a:r>
            <a:endParaRPr lang="en-US" sz="12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688336"/>
            <a:ext cx="274320" cy="27432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754880" y="266090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digits included</a:t>
            </a:r>
            <a:endParaRPr lang="en-US" sz="12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3163824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4754880" y="313639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characters used</a:t>
            </a:r>
            <a:endParaRPr lang="en-US" sz="1250" dirty="0"/>
          </a:p>
        </p:txBody>
      </p:sp>
      <p:sp>
        <p:nvSpPr>
          <p:cNvPr id="18" name="Text 11"/>
          <p:cNvSpPr/>
          <p:nvPr/>
        </p:nvSpPr>
        <p:spPr>
          <a:xfrm>
            <a:off x="4389120" y="36576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Levels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4389120" y="406908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4389120" y="4069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Weak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5852160" y="406908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5852160" y="4069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Medium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7315200" y="4069080"/>
            <a:ext cx="1234440" cy="457200"/>
          </a:xfrm>
          <a:prstGeom prst="roundRect">
            <a:avLst>
              <a:gd name="adj" fmla="val 2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7315200" y="4069080"/>
            <a:ext cx="1234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Strong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07 / FEATURE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URL Detector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498080" y="502920"/>
            <a:ext cx="1280160" cy="1280160"/>
          </a:xfrm>
          <a:prstGeom prst="ellipse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08" y="612648"/>
            <a:ext cx="1060704" cy="1060704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274320" y="1417320"/>
            <a:ext cx="4206240" cy="1572768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965960"/>
            <a:ext cx="475488" cy="4754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527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Keywords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051560" y="1965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alarming phrases like 'verify account', 'urgent', 'free prize' often used in phishing.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709160" y="1417320"/>
            <a:ext cx="4206240" cy="1572768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3752" y="1965960"/>
            <a:ext cx="475488" cy="47548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486400" y="152704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Shortening Services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486400" y="196596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shortened links (bit.ly, tinyurl) that conceal destination URLs.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274320" y="3154680"/>
            <a:ext cx="4206240" cy="1572768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703320"/>
            <a:ext cx="475488" cy="47548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51560" y="3264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Unusual Characters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105156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Spots special characters, homoglyphs, or excessive subdomains used to deceive users.</a:t>
            </a:r>
            <a:endParaRPr lang="en-US" sz="1150" dirty="0"/>
          </a:p>
        </p:txBody>
      </p:sp>
      <p:sp>
        <p:nvSpPr>
          <p:cNvPr id="19" name="Shape 13"/>
          <p:cNvSpPr/>
          <p:nvPr/>
        </p:nvSpPr>
        <p:spPr>
          <a:xfrm>
            <a:off x="4709160" y="3154680"/>
            <a:ext cx="4206240" cy="1572768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3752" y="3703320"/>
            <a:ext cx="475488" cy="47548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486400" y="326440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Indicators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5486400" y="370332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known patterns from common phishing campaigns and suspicious domain structures.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08 / FEATURE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Cyber Assistant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3931920" cy="1417320"/>
          </a:xfrm>
          <a:prstGeom prst="rect">
            <a:avLst/>
          </a:prstGeom>
          <a:solidFill>
            <a:srgbClr val="0A0F1E"/>
          </a:solidFill>
          <a:ln w="12700">
            <a:solidFill>
              <a:srgbClr val="0D1B2A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463040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630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325880" y="182880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cybersecurity information in a simple, interactive, beginner-friendly way — no jargon required.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274320" y="29260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Covered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274320" y="3337560"/>
            <a:ext cx="1188720" cy="438912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33375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Phishing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1600200" y="3337560"/>
            <a:ext cx="1188720" cy="438912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600200" y="33375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Malware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926080" y="3337560"/>
            <a:ext cx="1188720" cy="438912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26080" y="333756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Ransomware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74320" y="3931920"/>
            <a:ext cx="1188720" cy="438912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74320" y="39319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Password Security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600200" y="3931920"/>
            <a:ext cx="1188720" cy="438912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600200" y="3931920"/>
            <a:ext cx="1188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96C7"/>
                </a:solidFill>
              </a:rPr>
              <a:t>Online Safety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0" y="1234440"/>
            <a:ext cx="4251960" cy="3611880"/>
          </a:xfrm>
          <a:prstGeom prst="rect">
            <a:avLst/>
          </a:prstGeom>
          <a:solidFill>
            <a:srgbClr val="0A0F1E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0" y="1234440"/>
            <a:ext cx="4251960" cy="4114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17720" y="123444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Cyber Assistant  •  Online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400800" y="1828800"/>
            <a:ext cx="2194560" cy="594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446520" y="18288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phishing?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663440" y="2606040"/>
            <a:ext cx="2651760" cy="128016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709160" y="2651760"/>
            <a:ext cx="2560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is a cyber attack where attackers trick you into revealing personal info via fake emails or sites. Always verify sender addresses!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4663440" y="4297680"/>
            <a:ext cx="4069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question...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09 / FEATURE DEEP-DIVE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Score Module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2560320" cy="2560320"/>
          </a:xfrm>
          <a:prstGeom prst="ellipse">
            <a:avLst/>
          </a:prstGeom>
          <a:solidFill>
            <a:srgbClr val="0F2035"/>
          </a:solidFill>
          <a:ln w="381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210312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6200" dirty="0"/>
          </a:p>
        </p:txBody>
      </p:sp>
      <p:sp>
        <p:nvSpPr>
          <p:cNvPr id="7" name="Text 5"/>
          <p:cNvSpPr/>
          <p:nvPr/>
        </p:nvSpPr>
        <p:spPr>
          <a:xfrm>
            <a:off x="274320" y="3017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7C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100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37490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Score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371600"/>
            <a:ext cx="5577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Areas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0" y="19202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Practices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00400" y="2286000"/>
            <a:ext cx="5303520" cy="29260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2286000"/>
            <a:ext cx="4773168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22677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Browsing Habits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0" y="3200400"/>
            <a:ext cx="5303520" cy="29260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3200400"/>
            <a:ext cx="3977640" cy="2926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0" y="31821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75%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0" y="3749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Awareness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4114800"/>
            <a:ext cx="5303520" cy="292608"/>
          </a:xfrm>
          <a:prstGeom prst="rect">
            <a:avLst/>
          </a:prstGeom>
          <a:solidFill>
            <a:srgbClr val="1A3A50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4114800"/>
            <a:ext cx="4348886" cy="292608"/>
          </a:xfrm>
          <a:prstGeom prst="rect">
            <a:avLst/>
          </a:prstGeom>
          <a:solidFill>
            <a:srgbClr val="48CAE4"/>
          </a:solidFill>
          <a:ln w="12700">
            <a:solidFill>
              <a:srgbClr val="48CAE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40965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8CA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45720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"Users receive a personalized score indicating their overall security posture and readiness."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B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10 / ARCHITECTURE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Architecture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914400" y="1325880"/>
            <a:ext cx="4754880" cy="566928"/>
          </a:xfrm>
          <a:prstGeom prst="rect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325880"/>
            <a:ext cx="64008" cy="56692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4630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13716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463040" y="162763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Initiates Request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91840" y="1892808"/>
            <a:ext cx="0" cy="164592"/>
          </a:xfrm>
          <a:prstGeom prst="line">
            <a:avLst/>
          </a:prstGeom>
          <a:noFill/>
          <a:ln w="19050">
            <a:solidFill>
              <a:srgbClr val="4A7FA0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914400" y="2057400"/>
            <a:ext cx="4754880" cy="566928"/>
          </a:xfrm>
          <a:prstGeom prst="rect">
            <a:avLst/>
          </a:prstGeom>
          <a:solidFill>
            <a:srgbClr val="0096C7">
              <a:alpha val="12000"/>
            </a:srgbClr>
          </a:solidFill>
          <a:ln w="12700">
            <a:solidFill>
              <a:srgbClr val="0096C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2057400"/>
            <a:ext cx="64008" cy="566928"/>
          </a:xfrm>
          <a:prstGeom prst="rect">
            <a:avLst/>
          </a:prstGeom>
          <a:solidFill>
            <a:srgbClr val="0096C7"/>
          </a:solidFill>
          <a:ln w="12700">
            <a:solidFill>
              <a:srgbClr val="0096C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9456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463040" y="2103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CyberGuard AI Interface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463040" y="235915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Hub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3291840" y="2624328"/>
            <a:ext cx="0" cy="850392"/>
          </a:xfrm>
          <a:prstGeom prst="line">
            <a:avLst/>
          </a:prstGeom>
          <a:noFill/>
          <a:ln w="19050">
            <a:solidFill>
              <a:srgbClr val="4A7FA0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914400" y="3474720"/>
            <a:ext cx="4754880" cy="566928"/>
          </a:xfrm>
          <a:prstGeom prst="rect">
            <a:avLst/>
          </a:prstGeom>
          <a:solidFill>
            <a:srgbClr val="4AA8CC">
              <a:alpha val="12000"/>
            </a:srgbClr>
          </a:solidFill>
          <a:ln w="12700">
            <a:solidFill>
              <a:srgbClr val="4AA8C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14400" y="3474720"/>
            <a:ext cx="64008" cy="566928"/>
          </a:xfrm>
          <a:prstGeom prst="rect">
            <a:avLst/>
          </a:prstGeom>
          <a:solidFill>
            <a:srgbClr val="4AA8CC"/>
          </a:solidFill>
          <a:ln w="12700">
            <a:solidFill>
              <a:srgbClr val="4AA8C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61188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46304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Results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1463040" y="377647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Engine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91840" y="4041648"/>
            <a:ext cx="0" cy="164592"/>
          </a:xfrm>
          <a:prstGeom prst="line">
            <a:avLst/>
          </a:prstGeom>
          <a:noFill/>
          <a:ln w="19050">
            <a:solidFill>
              <a:srgbClr val="4A7FA0"/>
            </a:solidFill>
            <a:prstDash val="dash"/>
          </a:ln>
        </p:spPr>
      </p:sp>
      <p:sp>
        <p:nvSpPr>
          <p:cNvPr id="23" name="Shape 18"/>
          <p:cNvSpPr/>
          <p:nvPr/>
        </p:nvSpPr>
        <p:spPr>
          <a:xfrm>
            <a:off x="914400" y="4206240"/>
            <a:ext cx="4754880" cy="566928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914400" y="4206240"/>
            <a:ext cx="64008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434340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463040" y="42519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Feedback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1463040" y="450799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7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Output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989320" y="2103120"/>
            <a:ext cx="137160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5989320" y="21031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Checker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7498080" y="2103120"/>
            <a:ext cx="137160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7498080" y="2103120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Phishing Detector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5989320" y="2816352"/>
            <a:ext cx="137160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5989320" y="281635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950" dirty="0"/>
          </a:p>
        </p:txBody>
      </p:sp>
      <p:sp>
        <p:nvSpPr>
          <p:cNvPr id="34" name="Shape 28"/>
          <p:cNvSpPr/>
          <p:nvPr/>
        </p:nvSpPr>
        <p:spPr>
          <a:xfrm>
            <a:off x="7498080" y="2816352"/>
            <a:ext cx="1371600" cy="530352"/>
          </a:xfrm>
          <a:prstGeom prst="rect">
            <a:avLst/>
          </a:prstGeom>
          <a:solidFill>
            <a:srgbClr val="0A0F1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7498080" y="2816352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Score</a:t>
            </a:r>
            <a:endParaRPr lang="en-US" sz="950" dirty="0"/>
          </a:p>
        </p:txBody>
      </p:sp>
      <p:sp>
        <p:nvSpPr>
          <p:cNvPr id="36" name="Shape 30"/>
          <p:cNvSpPr/>
          <p:nvPr/>
        </p:nvSpPr>
        <p:spPr>
          <a:xfrm>
            <a:off x="5687568" y="2340864"/>
            <a:ext cx="274320" cy="0"/>
          </a:xfrm>
          <a:prstGeom prst="line">
            <a:avLst/>
          </a:prstGeom>
          <a:noFill/>
          <a:ln w="12700">
            <a:solidFill>
              <a:srgbClr val="4A7FA0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3291840" y="1892808"/>
            <a:ext cx="0" cy="164592"/>
          </a:xfrm>
          <a:prstGeom prst="line">
            <a:avLst/>
          </a:prstGeom>
          <a:noFill/>
          <a:ln w="19050">
            <a:solidFill>
              <a:srgbClr val="4A7FA0"/>
            </a:solidFill>
            <a:prstDash val="dash"/>
          </a:ln>
        </p:spPr>
      </p:sp>
      <p:sp>
        <p:nvSpPr>
          <p:cNvPr id="38" name="Shape 32"/>
          <p:cNvSpPr/>
          <p:nvPr/>
        </p:nvSpPr>
        <p:spPr>
          <a:xfrm>
            <a:off x="3291840" y="3346704"/>
            <a:ext cx="0" cy="128016"/>
          </a:xfrm>
          <a:prstGeom prst="line">
            <a:avLst/>
          </a:prstGeom>
          <a:noFill/>
          <a:ln w="19050">
            <a:solidFill>
              <a:srgbClr val="4A7FA0"/>
            </a:solidFill>
            <a:prstDash val="dash"/>
          </a:ln>
        </p:spPr>
      </p:sp>
      <p:sp>
        <p:nvSpPr>
          <p:cNvPr id="39" name="Shape 33"/>
          <p:cNvSpPr/>
          <p:nvPr/>
        </p:nvSpPr>
        <p:spPr>
          <a:xfrm>
            <a:off x="3291840" y="4041648"/>
            <a:ext cx="0" cy="164592"/>
          </a:xfrm>
          <a:prstGeom prst="line">
            <a:avLst/>
          </a:prstGeom>
          <a:noFill/>
          <a:ln w="19050">
            <a:solidFill>
              <a:srgbClr val="4A7FA0"/>
            </a:solidFill>
            <a:prstDash val="dash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11 / ROADMAP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274320" y="5943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Enhancements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2743200" cy="1600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4173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920240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5087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Integration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024128" y="189280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Gemini or OpenAI APIs for smarter, context-aware cybersecurity guidance.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0" y="1417320"/>
            <a:ext cx="2743200" cy="1600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0" y="14173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1920240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10128" y="15087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APIs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3950208" y="189280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live phishing databases for real-time URL threat assessments.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126480" y="1417320"/>
            <a:ext cx="2743200" cy="1600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126480" y="14173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920240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36208" y="15087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Authentication System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6876288" y="189280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login and profile system to track and store individual progress.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274320" y="3246120"/>
            <a:ext cx="2743200" cy="1600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274320" y="32461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749040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84048" y="33375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Security Reports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1024128" y="372160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tailored PDF reports with user-specific cybersecurity recommendations.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3200400" y="3246120"/>
            <a:ext cx="2743200" cy="1600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200400" y="32461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7560" y="3749040"/>
            <a:ext cx="475488" cy="4754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10128" y="33375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Quizzes &amp; Training Modules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3950208" y="372160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cybersecurity training to make learning engaging and effective.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6126480" y="3246120"/>
            <a:ext cx="2743200" cy="1600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126480" y="3246120"/>
            <a:ext cx="2743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749040"/>
            <a:ext cx="475488" cy="47548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36208" y="3337560"/>
            <a:ext cx="25237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Monitoring Dashboard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6876288" y="3721608"/>
            <a:ext cx="188366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visualizing active threats, trends, and user security metrics.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F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A7FA0"/>
                </a:solidFill>
              </a:rPr>
              <a:t>12 / CONCLUSION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5303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7C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CyberGuard AI bridges education and practical security — putting cyber safety in everyone's hands.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2240280"/>
            <a:ext cx="5303520" cy="457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31343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41248" y="230428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stronger, more secure passwords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274320" y="2807208"/>
            <a:ext cx="5303520" cy="457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2880360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41248" y="287121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phishing attempts before they succeed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274320" y="3374136"/>
            <a:ext cx="5303520" cy="457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3447288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41248" y="34381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cybersecurity concepts with ease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274320" y="3941064"/>
            <a:ext cx="5303520" cy="457200"/>
          </a:xfrm>
          <a:prstGeom prst="rect">
            <a:avLst/>
          </a:prstGeom>
          <a:solidFill>
            <a:srgbClr val="0F2035"/>
          </a:solidFill>
          <a:ln w="12700">
            <a:solidFill>
              <a:srgbClr val="1A3A50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014216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41248" y="4005072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digital safety habits every day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0" y="1097280"/>
            <a:ext cx="2011680" cy="2011680"/>
          </a:xfrm>
          <a:prstGeom prst="ellipse">
            <a:avLst/>
          </a:prstGeom>
          <a:solidFill>
            <a:srgbClr val="00B4D8">
              <a:alpha val="18000"/>
            </a:srgbClr>
          </a:solidFill>
          <a:ln w="25400">
            <a:solidFill>
              <a:srgbClr val="00B4D8"/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1261872"/>
            <a:ext cx="1682496" cy="16824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989320" y="33832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2600" dirty="0"/>
          </a:p>
        </p:txBody>
      </p:sp>
      <p:sp>
        <p:nvSpPr>
          <p:cNvPr id="22" name="Text 15"/>
          <p:cNvSpPr/>
          <p:nvPr/>
        </p:nvSpPr>
        <p:spPr>
          <a:xfrm>
            <a:off x="5989320" y="3977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C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7CB9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Tanik Chopra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CyberGuard AI</dc:title>
  <dc:subject>PptxGenJS Presentation</dc:subject>
  <dc:creator>Tanik Chopra</dc:creator>
  <cp:lastModifiedBy>Tanik Chopra</cp:lastModifiedBy>
  <cp:revision>1</cp:revision>
  <dcterms:created xsi:type="dcterms:W3CDTF">2026-06-05T09:33:34Z</dcterms:created>
  <dcterms:modified xsi:type="dcterms:W3CDTF">2026-06-05T09:33:34Z</dcterms:modified>
</cp:coreProperties>
</file>